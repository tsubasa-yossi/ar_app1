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918" autoAdjust="0"/>
    <p:restoredTop sz="94424" autoAdjust="0"/>
  </p:normalViewPr>
  <p:slideViewPr>
    <p:cSldViewPr snapToGrid="0">
      <p:cViewPr>
        <p:scale>
          <a:sx n="200" d="100"/>
          <a:sy n="200" d="100"/>
        </p:scale>
        <p:origin x="-1890" y="-3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54F6E4-FBAB-B5F0-5687-626CC62FE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581CD3-D827-5941-E1B4-A2F051F56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8B308-6177-BE6E-933F-A3DD0D5F5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FB25-BFA0-409C-BB64-A6D135006715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433FF7-78CF-B61D-93EE-132ED8AD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F62B47-1B39-8841-12EB-29C1FCA8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2C78-722F-4FA5-BE04-16A8A0E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95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64D571-87DF-AB6E-7EFD-9AB66FD81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07F0E8-A755-370A-67AF-6A02C9E9E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9EFAC9-6D80-7D1F-751A-343BDB0F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FB25-BFA0-409C-BB64-A6D135006715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521296-858B-8499-EBFB-CFCEEE35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32357B-2297-A96B-CFB0-34B602F68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2C78-722F-4FA5-BE04-16A8A0E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60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0C034F-BC9A-1F75-ED5F-F2D56BC8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BF71BA-5CC9-4F1E-0E32-CAD748134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0119FF-9767-8492-01FE-0B3359B0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FB25-BFA0-409C-BB64-A6D135006715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D622FC-5AD3-98FC-D59D-D847BF7AA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04BD18-64D6-6FBB-FA92-B979F9AB0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2C78-722F-4FA5-BE04-16A8A0E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5435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45D9AA-C25A-5D35-8BC8-828FCA01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674885-4552-1EE3-00BE-D3D4945B4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8B80385-09EA-2B74-2FD9-B4CA111D8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0372B3-675B-60DD-FEC5-659BBF2C5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FB25-BFA0-409C-BB64-A6D135006715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F571AD-0F78-4397-689F-0293F06C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85E267-735E-FF90-D66D-F977804B4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2C78-722F-4FA5-BE04-16A8A0E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82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3A050D-A985-1402-6A94-18A9A00E1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AC5373-3A23-E3BF-BE38-806633697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7C93A8-87B0-AC19-74CD-E34AEFFB2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3725028-3BA0-2776-5ADA-9FC6C3D03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D04EAF7-4B36-3504-A0FB-4544AF181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EE2A999-6F30-B806-729F-376C92D0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FB25-BFA0-409C-BB64-A6D135006715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888CEE0-8FFC-1AB2-6328-D35609B88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9750F7E-6AC4-5152-211D-FFF96E15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2C78-722F-4FA5-BE04-16A8A0E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1873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60FAE3-7A3C-8463-8C84-5C43909C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D92927A-8116-AC95-7E4C-9BB535CC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FB25-BFA0-409C-BB64-A6D135006715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A3869D-20CD-DC41-F1B3-EBF21F06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8A564B-1470-3813-7DA5-C48E520A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2C78-722F-4FA5-BE04-16A8A0E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6266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BE140FF-F02A-49D2-5EA3-4E6308A2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FB25-BFA0-409C-BB64-A6D135006715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21E3D3-E591-AEC2-AB81-D46751C6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0A89D6-E057-99BE-FB24-32301D545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2C78-722F-4FA5-BE04-16A8A0E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065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71D24A-AD1A-2545-3048-D937EC0A4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C202A8-E337-846E-B102-D0E59FE42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F226F0-5499-C90D-E775-EE481522B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B4A778-9279-9484-3588-FF1422C0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FB25-BFA0-409C-BB64-A6D135006715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4F5C77-4668-D769-2095-0A8D72B5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20C598-4ACA-512A-FB53-4A2071F0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2C78-722F-4FA5-BE04-16A8A0E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085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72C67E-1268-9932-7E1A-296C46557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E5C8BAF-A84C-1E3A-261A-D0896EDD4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DF48F2-257A-BAE5-C698-FD1D2BA0E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E49C8E-55EF-B502-D4D1-B0E47DFBA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FB25-BFA0-409C-BB64-A6D135006715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511F40-E2EB-4495-3CE8-1B448C10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6A5FDE-4014-8760-8304-48CEB4FBD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2C78-722F-4FA5-BE04-16A8A0E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931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1C4A30-E9DA-060C-51B0-1F789B2E7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0A1C47-2645-77DB-628C-C4FFC8581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9911F9-5967-CB75-7AC9-F13A8A4BA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FB25-BFA0-409C-BB64-A6D135006715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8A6044-6CD7-BE17-CA3C-39D17B7A6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151743-E564-9303-EE28-742750A5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2C78-722F-4FA5-BE04-16A8A0E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869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F9D4C90-B409-1C4B-67B0-9FE9D912AD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AE962E0-E3F9-E430-35FA-AC43B1649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40CCAC-8AE1-B593-7254-E9D47C16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FB25-BFA0-409C-BB64-A6D135006715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C874B3-D856-FC6E-D8A8-7EE5E560F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6C7546-518B-7D26-C042-60B011464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2C78-722F-4FA5-BE04-16A8A0E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1391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AE45F4D-F94E-FD32-4629-7D92A2A0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812721-A5BC-9040-E463-BDB63981C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EEA772-3741-BD9C-CFA2-3D51309FA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AFB25-BFA0-409C-BB64-A6D135006715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4305FA-529D-6E54-4999-F03A283EE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419578-0040-A45D-21A3-5ADAFE692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62C78-722F-4FA5-BE04-16A8A0E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6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4C462AA-D82A-6351-7EB7-CE3CB5B5A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6" y="385020"/>
            <a:ext cx="128587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kL9j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M4nPq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rS7TuV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wX1yZ</a:t>
            </a:r>
            <a:endParaRPr kumimoji="0" lang="en-US" altLang="ja-JP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aB5cD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eF3gHj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iK6lM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nO2pQr</a:t>
            </a:r>
            <a:endParaRPr kumimoji="0" lang="en-US" altLang="ja-JP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sT8uVw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Xz0Y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1aB2c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D3eF4g</a:t>
            </a:r>
            <a:endParaRPr kumimoji="0" lang="en-US" altLang="ja-JP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H5iJ6k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L7mN8o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P9qR0s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6CA76BA7-FB13-B292-3C67-AD4A67746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801375"/>
              </p:ext>
            </p:extLst>
          </p:nvPr>
        </p:nvGraphicFramePr>
        <p:xfrm>
          <a:off x="2698750" y="77100"/>
          <a:ext cx="6480000" cy="64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4730975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6595479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926398984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979718309"/>
                    </a:ext>
                  </a:extLst>
                </a:gridCol>
              </a:tblGrid>
              <a:tr h="162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819796"/>
                  </a:ext>
                </a:extLst>
              </a:tr>
              <a:tr h="162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828927"/>
                  </a:ext>
                </a:extLst>
              </a:tr>
              <a:tr h="162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464630"/>
                  </a:ext>
                </a:extLst>
              </a:tr>
              <a:tr h="162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591669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1920C58-2FD3-2C18-F5B6-85B7C2768771}"/>
              </a:ext>
            </a:extLst>
          </p:cNvPr>
          <p:cNvSpPr txBox="1"/>
          <p:nvPr/>
        </p:nvSpPr>
        <p:spPr>
          <a:xfrm>
            <a:off x="2943839" y="184964"/>
            <a:ext cx="1025922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kL9j</a:t>
            </a:r>
            <a:endParaRPr kumimoji="0" lang="ja-JP" altLang="ja-JP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742023E-B595-18EE-5B62-50B5FADA9870}"/>
              </a:ext>
            </a:extLst>
          </p:cNvPr>
          <p:cNvSpPr txBox="1"/>
          <p:nvPr/>
        </p:nvSpPr>
        <p:spPr>
          <a:xfrm>
            <a:off x="4437930" y="258627"/>
            <a:ext cx="1367362" cy="12311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M4nP</a:t>
            </a:r>
            <a:endParaRPr kumimoji="0" lang="en-US" altLang="ja-JP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</a:t>
            </a:r>
            <a:endParaRPr kumimoji="0" lang="ja-JP" altLang="ja-JP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BC1CDD1-AC5A-8A51-4BDC-321EF2AB5480}"/>
              </a:ext>
            </a:extLst>
          </p:cNvPr>
          <p:cNvSpPr txBox="1"/>
          <p:nvPr/>
        </p:nvSpPr>
        <p:spPr>
          <a:xfrm>
            <a:off x="6070404" y="135516"/>
            <a:ext cx="1368965" cy="14773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rS7T</a:t>
            </a:r>
            <a:endParaRPr kumimoji="0" lang="en-US" altLang="ja-JP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uV</a:t>
            </a:r>
            <a:endParaRPr kumimoji="0" lang="ja-JP" altLang="ja-JP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92F0D72-932C-D03C-49EF-41243AF0667F}"/>
              </a:ext>
            </a:extLst>
          </p:cNvPr>
          <p:cNvSpPr txBox="1"/>
          <p:nvPr/>
        </p:nvSpPr>
        <p:spPr>
          <a:xfrm>
            <a:off x="7704481" y="135516"/>
            <a:ext cx="1232710" cy="14773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wX1</a:t>
            </a:r>
            <a:endParaRPr kumimoji="0" lang="en-US" altLang="ja-JP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yZ</a:t>
            </a:r>
            <a:endParaRPr kumimoji="0" lang="ja-JP" altLang="ja-JP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C9E5D91-4FD5-99F0-9758-AA441B865596}"/>
              </a:ext>
            </a:extLst>
          </p:cNvPr>
          <p:cNvSpPr txBox="1"/>
          <p:nvPr/>
        </p:nvSpPr>
        <p:spPr>
          <a:xfrm>
            <a:off x="2728501" y="1773077"/>
            <a:ext cx="1596591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aB5cD</a:t>
            </a:r>
            <a:endParaRPr kumimoji="0" lang="ja-JP" altLang="ja-JP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B7AF8E7-2B79-C599-9E13-768C74863C62}"/>
              </a:ext>
            </a:extLst>
          </p:cNvPr>
          <p:cNvSpPr txBox="1"/>
          <p:nvPr/>
        </p:nvSpPr>
        <p:spPr>
          <a:xfrm>
            <a:off x="4587669" y="2047320"/>
            <a:ext cx="1116255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eF3gHj</a:t>
            </a:r>
            <a:endParaRPr kumimoji="0" lang="ja-JP" altLang="ja-JP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53392F-1B2B-EF3B-C836-2D3B26031EB0}"/>
              </a:ext>
            </a:extLst>
          </p:cNvPr>
          <p:cNvSpPr txBox="1"/>
          <p:nvPr/>
        </p:nvSpPr>
        <p:spPr>
          <a:xfrm>
            <a:off x="6411844" y="1723629"/>
            <a:ext cx="1027525" cy="14773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iK</a:t>
            </a:r>
            <a:endParaRPr kumimoji="0" lang="en-US" altLang="ja-JP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6lM</a:t>
            </a:r>
            <a:endParaRPr kumimoji="0" lang="ja-JP" altLang="ja-JP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A1A85C-9317-CC82-9827-F373591B7BBB}"/>
              </a:ext>
            </a:extLst>
          </p:cNvPr>
          <p:cNvSpPr txBox="1"/>
          <p:nvPr/>
        </p:nvSpPr>
        <p:spPr>
          <a:xfrm>
            <a:off x="7721313" y="1723629"/>
            <a:ext cx="1199046" cy="14773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nO2</a:t>
            </a:r>
            <a:endParaRPr kumimoji="0" lang="en-US" altLang="ja-JP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pQr</a:t>
            </a:r>
            <a:endParaRPr kumimoji="0" lang="en-US" altLang="ja-JP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3A88F7E-BBE8-0779-ABF2-68E8E4649357}"/>
              </a:ext>
            </a:extLst>
          </p:cNvPr>
          <p:cNvSpPr txBox="1"/>
          <p:nvPr/>
        </p:nvSpPr>
        <p:spPr>
          <a:xfrm>
            <a:off x="2858880" y="3278426"/>
            <a:ext cx="1195840" cy="12311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sT8u</a:t>
            </a:r>
            <a:endParaRPr kumimoji="0" lang="en-US" altLang="ja-JP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Vw</a:t>
            </a:r>
            <a:endParaRPr kumimoji="0" lang="ja-JP" altLang="ja-JP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9B2657B-3185-4994-A143-2D1D8FE64929}"/>
              </a:ext>
            </a:extLst>
          </p:cNvPr>
          <p:cNvSpPr txBox="1"/>
          <p:nvPr/>
        </p:nvSpPr>
        <p:spPr>
          <a:xfrm>
            <a:off x="4479230" y="4201755"/>
            <a:ext cx="1224694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Xz0Y</a:t>
            </a:r>
            <a:endParaRPr kumimoji="0" lang="ja-JP" altLang="ja-JP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A392EAF-4759-D64B-47D0-4868509ABBE3}"/>
              </a:ext>
            </a:extLst>
          </p:cNvPr>
          <p:cNvSpPr txBox="1"/>
          <p:nvPr/>
        </p:nvSpPr>
        <p:spPr>
          <a:xfrm>
            <a:off x="6103597" y="3401700"/>
            <a:ext cx="1130118" cy="14773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1aB</a:t>
            </a:r>
            <a:endParaRPr kumimoji="0" lang="en-US" altLang="ja-JP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2c</a:t>
            </a:r>
            <a:endParaRPr kumimoji="0" lang="ja-JP" altLang="ja-JP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CB49D41-C391-9164-D4C5-DBCE8B2AFAD5}"/>
              </a:ext>
            </a:extLst>
          </p:cNvPr>
          <p:cNvSpPr txBox="1"/>
          <p:nvPr/>
        </p:nvSpPr>
        <p:spPr>
          <a:xfrm>
            <a:off x="7834941" y="3411140"/>
            <a:ext cx="1130118" cy="14773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D3e</a:t>
            </a:r>
            <a:endParaRPr kumimoji="0" lang="en-US" altLang="ja-JP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F4g</a:t>
            </a:r>
            <a:endParaRPr kumimoji="0" lang="ja-JP" altLang="ja-JP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52CC29E-3ACD-9FDA-E352-82FC02588DF2}"/>
              </a:ext>
            </a:extLst>
          </p:cNvPr>
          <p:cNvSpPr txBox="1"/>
          <p:nvPr/>
        </p:nvSpPr>
        <p:spPr>
          <a:xfrm>
            <a:off x="2943839" y="4999254"/>
            <a:ext cx="1083630" cy="12311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H5iJ</a:t>
            </a:r>
            <a:endParaRPr kumimoji="0" lang="en-US" altLang="ja-JP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6k</a:t>
            </a:r>
            <a:endParaRPr kumimoji="0" lang="ja-JP" altLang="ja-JP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EA942B9-82EA-0D7B-AB01-B57FF8053A4F}"/>
              </a:ext>
            </a:extLst>
          </p:cNvPr>
          <p:cNvSpPr txBox="1"/>
          <p:nvPr/>
        </p:nvSpPr>
        <p:spPr>
          <a:xfrm>
            <a:off x="4357060" y="5325994"/>
            <a:ext cx="1425070" cy="12311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L7mN</a:t>
            </a:r>
            <a:endParaRPr kumimoji="0" lang="en-US" altLang="ja-JP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8o</a:t>
            </a:r>
            <a:endParaRPr kumimoji="0" lang="ja-JP" altLang="ja-JP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9AFBA2F-0480-23DA-0B48-CBD47E10A0D9}"/>
              </a:ext>
            </a:extLst>
          </p:cNvPr>
          <p:cNvSpPr txBox="1"/>
          <p:nvPr/>
        </p:nvSpPr>
        <p:spPr>
          <a:xfrm>
            <a:off x="6174598" y="5135165"/>
            <a:ext cx="1130118" cy="14773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P9q</a:t>
            </a:r>
            <a:endParaRPr kumimoji="0" lang="en-US" altLang="ja-JP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R0s</a:t>
            </a:r>
            <a:endParaRPr kumimoji="0" lang="ja-JP" altLang="ja-JP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256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41</Words>
  <Application>Microsoft Office PowerPoint</Application>
  <PresentationFormat>ワイド画面</PresentationFormat>
  <Paragraphs>44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翼 佳永</dc:creator>
  <cp:lastModifiedBy>翼 佳永</cp:lastModifiedBy>
  <cp:revision>1</cp:revision>
  <dcterms:created xsi:type="dcterms:W3CDTF">2025-06-29T07:04:53Z</dcterms:created>
  <dcterms:modified xsi:type="dcterms:W3CDTF">2025-06-29T07:25:10Z</dcterms:modified>
</cp:coreProperties>
</file>